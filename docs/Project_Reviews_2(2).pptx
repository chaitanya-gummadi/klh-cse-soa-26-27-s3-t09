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6" r:id="rId7"/>
    <p:sldId id="902" r:id="rId8"/>
    <p:sldId id="258" r:id="rId9"/>
    <p:sldId id="259" r:id="rId10"/>
    <p:sldId id="260" r:id="rId11"/>
    <p:sldId id="904" r:id="rId12"/>
    <p:sldId id="9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r>
                        <a:rPr lang="en-US" alt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BATCH - 9 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Chaitanya – 2420030721</a:t>
                      </a: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Sai Rishik -2420030121</a:t>
                      </a: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Vaman - 2420030736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Venkateswari</a:t>
                      </a: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Mam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and HR Resume Management System for Efficient Hiring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4737" y="1399980"/>
            <a:ext cx="83967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Statement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Research 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Literature Survey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Gap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Innovation, Creativity, and Novelty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Feasibility and Project Plan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Conclusion and Future Work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4065" y="1347018"/>
            <a:ext cx="89080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Manual resume screening requires considerable time and effort.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information may be scattered across different files and platforms.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Searching and filtering suitable candidates can be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Tracking candidates through different recruitment stages is challenging.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Managing job postings and applications manually can lead to errors.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Lack of centralized recruitment information reduces overall hiring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4736" y="1371140"/>
            <a:ext cx="89866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centralized system for managing candidate resumes and recruitment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efficient resume uploading, storage, retrieval, and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allow HR recruiters to create and manage job postings.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candidate search and filtering based on skills, qualifications, and experience.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track candidates throughout different recruitment stages.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reduce repetitive manual activities in the recruitment process.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improve communication between candidates and recruiters through notifications.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design a scalable and maintainable system using SOA and microservices.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F90B9-0868-AA79-DB57-69F20994C905}"/>
              </a:ext>
            </a:extLst>
          </p:cNvPr>
          <p:cNvSpPr txBox="1"/>
          <p:nvPr/>
        </p:nvSpPr>
        <p:spPr>
          <a:xfrm>
            <a:off x="806958" y="0"/>
            <a:ext cx="4706874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/>
              <a:t>Working        Methodology</a:t>
            </a:r>
          </a:p>
          <a:p>
            <a:pPr>
              <a:buNone/>
            </a:pPr>
            <a:r>
              <a:rPr lang="en-IN" b="1" dirty="0"/>
              <a:t>                      AI Resume–Job Matching </a:t>
            </a:r>
          </a:p>
          <a:p>
            <a:pPr algn="ctr">
              <a:buNone/>
            </a:pPr>
            <a:r>
              <a:rPr lang="en-IN" b="1" dirty="0"/>
              <a:t>         Candidate Resume Upload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	    </a:t>
            </a:r>
            <a:r>
              <a:rPr lang="en-IN" b="1" dirty="0"/>
              <a:t>Resume Information Extraction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Job Posting Requirements Extraction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Skills, Qualifications &amp; Experience Comparison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Candidate–Job Match Calculation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Matched &amp; Missing Skills Identification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Skill Gap Analysis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Result Displayed to HR Recruiter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D0637-60DC-052D-28CD-A8B947E18B45}"/>
              </a:ext>
            </a:extLst>
          </p:cNvPr>
          <p:cNvSpPr txBox="1"/>
          <p:nvPr/>
        </p:nvSpPr>
        <p:spPr>
          <a:xfrm>
            <a:off x="6016752" y="1383298"/>
            <a:ext cx="55504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Overall Match Percentage</a:t>
            </a:r>
            <a:r>
              <a:rPr lang="en-IN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Matched Skills</a:t>
            </a:r>
            <a:r>
              <a:rPr lang="en-IN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Missing Skills</a:t>
            </a:r>
            <a:r>
              <a:rPr lang="en-IN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Skill Gap Explanation</a:t>
            </a:r>
            <a:r>
              <a:rPr lang="en-IN" sz="1800" dirty="0"/>
              <a:t> </a:t>
            </a:r>
          </a:p>
          <a:p>
            <a:pPr>
              <a:buNone/>
            </a:pPr>
            <a:r>
              <a:rPr lang="en-IN" sz="1800" dirty="0"/>
              <a:t>This directly extends your existing objective of allowing HR recruiters to </a:t>
            </a:r>
            <a:r>
              <a:rPr lang="en-IN" sz="1800" b="1" dirty="0"/>
              <a:t>search and filter candidates based on skills, qualifications, and experience</a:t>
            </a:r>
            <a:r>
              <a:rPr lang="en-IN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5970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4716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Gan et al. 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Application of LLM Agents in Recruitment: A Novel Framework for Automated Resume Screening</a:t>
                      </a:r>
                      <a:r>
                        <a:rPr lang="en-IN" sz="1400" dirty="0"/>
                        <a:t>, 2024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NLP-based 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resume processing 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 agents for resume summarization, grading and decision-making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framework automates resume screening and was reported to be </a:t>
                      </a:r>
                      <a:r>
                        <a:rPr lang="en-IN" sz="1400" b="1" dirty="0"/>
                        <a:t>11 times faster</a:t>
                      </a:r>
                      <a:r>
                        <a:rPr lang="en-IN" sz="1400" dirty="0"/>
                        <a:t> than manual screening. Fine-tuned models achieved an </a:t>
                      </a:r>
                      <a:r>
                        <a:rPr lang="en-IN" sz="1400" b="1" dirty="0"/>
                        <a:t>87.73% F1 score</a:t>
                      </a:r>
                      <a:r>
                        <a:rPr lang="en-IN" sz="1400" dirty="0"/>
                        <a:t> for resume sentence classification.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study focuses mainly on automated resume screening. Future work can integrate screening with complete recruitment workflows such as job posting, application tracking and HR management.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Chavan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Enhancing Recruitment Efficiency: An Advanced Applicant Tracking System (ATS)</a:t>
                      </a:r>
                      <a:r>
                        <a:rPr lang="en-IN" sz="1400" dirty="0"/>
                        <a:t>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Natural Language Processing 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KNN algorithm 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Automated resume parsing and classification 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Applicant tracking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ATS improves recruitment activities including candidate screening, interview scheduling and hiring-process management.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work focuses mainly on ATS functionality. A modular SOA/microservice architecture can improve scalability and independent service management.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Paranthaman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Resume Screening Automation: Enhancing Recruitment Efficiency with Machine Learning Algorithms</a:t>
                      </a:r>
                      <a:r>
                        <a:rPr lang="en-IN" sz="1400" dirty="0"/>
                        <a:t>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NLP 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Machine Learning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Random Forest 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Support Vector Machine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automated system uses contextual information from resumes and job descriptions and reported </a:t>
                      </a:r>
                      <a:r>
                        <a:rPr lang="en-IN" sz="1400" b="1" dirty="0"/>
                        <a:t>88.3% accuracy, 90.1% precision and 86.7% recall</a:t>
                      </a:r>
                      <a:r>
                        <a:rPr lang="en-IN" sz="1400" dirty="0"/>
                        <a:t>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Automated screening can still face issues related to data imbalance and fairness. Future systems should include human oversight and broader recruitment functionality.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1277" y="1327354"/>
            <a:ext cx="97381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Identified Gaps: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Many traditional recruitment processes depend heavily on manual resume handling.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and job information may not be maintained in a single centralized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Resume management and application tracking are often handled as separate activities.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Recruiters need faster methods to search and filter candidates.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Recruitment systems may lack a flexible service-based architecture.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Communication and application-status updates can be difficult to manage manually.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Proposed Solution:</a:t>
            </a:r>
          </a:p>
          <a:p>
            <a:pPr>
              <a:buNone/>
            </a:pPr>
            <a:r>
              <a:rPr lang="en-IN" dirty="0"/>
              <a:t>The proposed system addresses these gaps by integrating: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Resume Management + Job Posting + Candidate Management + Application Tracking + Notifications</a:t>
            </a:r>
            <a:endParaRPr lang="en-IN" dirty="0"/>
          </a:p>
          <a:p>
            <a:pPr>
              <a:buNone/>
            </a:pPr>
            <a:r>
              <a:rPr lang="en-IN" dirty="0"/>
              <a:t>within a </a:t>
            </a:r>
            <a:r>
              <a:rPr lang="en-IN" b="1" dirty="0"/>
              <a:t>service-oriented and microservice-based architecture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605" y="1312004"/>
            <a:ext cx="108147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SOA and microservice architecture</a:t>
            </a:r>
            <a:r>
              <a:rPr lang="en-IN" dirty="0"/>
              <a:t> for recruitment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Divides the system into independent services.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centralized resume and candidate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Supports structured application tracking.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Creativity: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Simple interface for both candidates and HR recruiters.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search and filtering based on relevant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Organized recruitment workflow from application to selection.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notifications for important application updates.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Novelty:</a:t>
            </a:r>
          </a:p>
          <a:p>
            <a:pPr>
              <a:buNone/>
            </a:pPr>
            <a:r>
              <a:rPr lang="en-IN" dirty="0"/>
              <a:t>The key novelty of the proposed system is the </a:t>
            </a:r>
            <a:r>
              <a:rPr lang="en-IN" b="1" dirty="0"/>
              <a:t>integration of resume management and complete recruitment workflow into a modular microservice-based platform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 architecture allows individual services such as Resume Management, Job Posting, Candidate Management, and Application Tracking to be developed and maintained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6245" y="1376515"/>
            <a:ext cx="94431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Feasibility</a:t>
            </a:r>
          </a:p>
          <a:p>
            <a:pPr>
              <a:buNone/>
            </a:pPr>
            <a:r>
              <a:rPr lang="en-IN" b="1" dirty="0"/>
              <a:t>Technical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implemented using web technologies and REST APIs.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Microservices can be developed and tested independently.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systems can be used for structured candidate and recruitment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Economic Feasibility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can be developed using open-source development tools and frameworks.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expensive hardware is required.</a:t>
            </a:r>
          </a:p>
          <a:p>
            <a:pPr>
              <a:buNone/>
            </a:pPr>
            <a:r>
              <a:rPr lang="en-IN" b="1" dirty="0"/>
              <a:t>Operational Feasibility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Candidates can easily upload resumes and apply for jobs.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HR recruiters can manage job postings, candidates, and applications through a centralized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4903" y="373626"/>
            <a:ext cx="823943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Project Plan</a:t>
            </a:r>
          </a:p>
          <a:p>
            <a:pPr>
              <a:buNone/>
            </a:pPr>
            <a:r>
              <a:rPr lang="en-IN" b="1" dirty="0"/>
              <a:t>Phase 1 – Requirement Analysis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candidate and HR requirements.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Define system modules and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903" y="1604732"/>
            <a:ext cx="108154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Phase 2 – System Design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SOA/microservice architecture.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database and API structure.</a:t>
            </a:r>
          </a:p>
          <a:p>
            <a:pPr>
              <a:buNone/>
            </a:pPr>
            <a:r>
              <a:rPr lang="en-IN" b="1" dirty="0"/>
              <a:t>Phase 3 – Development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authentication and user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job posting and resume management services.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candidate and application tracking services.</a:t>
            </a:r>
          </a:p>
          <a:p>
            <a:pPr>
              <a:buNone/>
            </a:pPr>
            <a:r>
              <a:rPr lang="en-IN" b="1" dirty="0"/>
              <a:t>Phase 4 – Integration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Connect services through APIs/API Gateway.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database and notification services.</a:t>
            </a:r>
          </a:p>
          <a:p>
            <a:pPr>
              <a:buNone/>
            </a:pPr>
            <a:r>
              <a:rPr lang="en-IN" b="1" dirty="0"/>
              <a:t>Phase 5 – Testing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 unit, integration, and system testing.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and fix errors.</a:t>
            </a:r>
          </a:p>
          <a:p>
            <a:pPr>
              <a:buNone/>
            </a:pPr>
            <a:r>
              <a:rPr lang="en-IN" b="1" dirty="0"/>
              <a:t>Phase 6 – Deployment &amp; Evaluation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Deploy the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Evaluate system performance and usability.</a:t>
            </a:r>
          </a:p>
          <a:p>
            <a:pPr>
              <a:buNone/>
            </a:pPr>
            <a:r>
              <a:rPr lang="en-IN" b="1" dirty="0"/>
              <a:t>Expected Outcome</a:t>
            </a:r>
          </a:p>
          <a:p>
            <a:pPr>
              <a:buNone/>
            </a:pPr>
            <a:r>
              <a:rPr lang="en-IN" dirty="0"/>
              <a:t>A centralized, scalable, and efficient recruitment platform that reduces manual resume management and helps HR recruiters manage candidates and hiring activities more effectively.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96"/>
            <a:ext cx="12192000" cy="6475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1053</Words>
  <Application>Microsoft Office PowerPoint</Application>
  <PresentationFormat>Widescreen</PresentationFormat>
  <Paragraphs>162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Chaitanya G</cp:lastModifiedBy>
  <cp:revision>36</cp:revision>
  <dcterms:created xsi:type="dcterms:W3CDTF">2026-08-08T06:33:00Z</dcterms:created>
  <dcterms:modified xsi:type="dcterms:W3CDTF">2026-09-22T08:42:02Z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D269073B80C941D186C57D2ABCA8CFF6_12</vt:lpwstr>
  </property>
  <property fmtid="{D5CDD505-2E9C-101B-9397-08002B2CF9AE}" pid="3" name="KSOProductBuildVer">
    <vt:lpwstr>1033-12.1.0.28032</vt:lpwstr>
  </property>
</Properties>
</file>